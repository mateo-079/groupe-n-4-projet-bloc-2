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115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2743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000" dirty="0"/>
          </a:p>
          <a:p>
            <a:pPr marL="0" indent="0" algn="l">
              <a:buNone/>
            </a:pPr>
            <a:r>
              <a:rPr lang="en-US" sz="80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CODE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365760" y="3337560"/>
            <a:ext cx="50292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DevStart Agency  —  Groupe 4  —  Avril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IFRI · L1 · Bloc 2 · Module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754880"/>
            <a:ext cx="164592" cy="16459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463040" y="1371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" y="32004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08960" y="5029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5486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37160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DevStart Agency nous a transmis le code d'un site web laissé par un stagiaire parti. Personne ne sait exactement ce qu'il fait.</a:t>
            </a: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rôle : lire, comprendre, repérer les problèmes, et tout documenter. On ne réécrit rien.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08960" y="3291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3291840"/>
            <a:ext cx="2651760" cy="7315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~80 lignes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291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3291840"/>
            <a:ext cx="2651760" cy="7315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 — ~200 lignes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STRUCTURE DU SITE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one-page. Sept sections.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663440" y="1371600"/>
            <a:ext cx="0" cy="3474720"/>
          </a:xfrm>
          <a:prstGeom prst="line">
            <a:avLst/>
          </a:prstGeom>
          <a:noFill/>
          <a:ln w="190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764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+ 4 liens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11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5856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+ image d'accueil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981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998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447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cartes de prestations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13048"/>
            <a:ext cx="411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410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9410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2885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l'équipe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1764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avis clients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2130552"/>
            <a:ext cx="393192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25856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258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4 champs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37760" y="2971800"/>
            <a:ext cx="393192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09981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30998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40680" y="34472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+ email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DevStart Agency  ·  Analyse de code  ·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1097280"/>
            <a:ext cx="5029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0" b="1" dirty="0">
                <a:solidFill>
                  <a:srgbClr val="E8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PROBLÈMES IDENTIFIÉS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pose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2148840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148840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CSS illisibles (.b1, .c, .dd...)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862072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862072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6207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86207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de navigation abrégés (acc, nous, serv)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575304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575304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7530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57530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dupliqués — cartes services et témoignages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4288536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288536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8853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28853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non fonctionnel (bouton mort)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2148840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148840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488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21488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email de type text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862072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862072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6207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86207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gestion responsive (@media absentes)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3575304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575304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7530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57530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balises HTML sémantiques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00600" y="4288536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4288536"/>
            <a:ext cx="384048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28853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428853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périmé (2024 → 2026)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ANALYSE PAR SECTION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par section.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810512"/>
            <a:ext cx="219456" cy="21945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132587" y="1069848"/>
            <a:ext cx="1143000" cy="822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9144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illisibles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abrégés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" y="2834640"/>
            <a:ext cx="640080" cy="7315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912" y="1810512"/>
            <a:ext cx="219456" cy="21945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029968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2001859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834640"/>
            <a:ext cx="6400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6352" y="1810512"/>
            <a:ext cx="219456" cy="21945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106070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1691640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répétés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834640"/>
            <a:ext cx="640080" cy="7315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50792" y="1810512"/>
            <a:ext cx="219456" cy="21945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2029968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6339" y="198594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2834640"/>
            <a:ext cx="6400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5232" y="1810512"/>
            <a:ext cx="219456" cy="21945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0101" y="1088136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1691640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répétés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2834640"/>
            <a:ext cx="640080" cy="7315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1810512"/>
            <a:ext cx="219456" cy="21945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2029968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4542" y="198594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2834640"/>
            <a:ext cx="64008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54112" y="1810512"/>
            <a:ext cx="219456" cy="21945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8482" y="110642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1691640"/>
            <a:ext cx="0" cy="22860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43800" y="2834640"/>
            <a:ext cx="640080" cy="7315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434840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4074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17520" y="4434840"/>
            <a:ext cx="164592" cy="164592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44074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améliorer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7840" y="4434840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44074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fonctionnel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PROPOSITIONS D'AMÉLIORATION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réécriture.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ajustements.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138160" y="365760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468880"/>
            <a:ext cx="4114800" cy="1143000"/>
          </a:xfrm>
          <a:prstGeom prst="rect">
            <a:avLst/>
          </a:prstGeom>
          <a:solidFill>
            <a:srgbClr val="F7F5F0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468880"/>
            <a:ext cx="502920" cy="11430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68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 les classes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.b1, .c, .dd par .navbar, .hero, .services-grid... Aucun impact visuel. Lisibilité maximale.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468880"/>
            <a:ext cx="4114800" cy="1143000"/>
          </a:xfrm>
          <a:prstGeom prst="rect">
            <a:avLst/>
          </a:prstGeom>
          <a:solidFill>
            <a:srgbClr val="F7F5F0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468880"/>
            <a:ext cx="502920" cy="11430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468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les styles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.service-card et .testimonial-card. Fini les règles CSS en double ou triple.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4114800" cy="1143000"/>
          </a:xfrm>
          <a:prstGeom prst="rect">
            <a:avLst/>
          </a:prstGeom>
          <a:solidFill>
            <a:srgbClr val="F7F5F0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49040"/>
            <a:ext cx="502920" cy="11430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490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Réparer le formulaire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JS ou service Formspree. Corriger le champ email en type="email".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749040"/>
            <a:ext cx="4114800" cy="1143000"/>
          </a:xfrm>
          <a:prstGeom prst="rect">
            <a:avLst/>
          </a:prstGeom>
          <a:solidFill>
            <a:srgbClr val="F7F5F0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49040"/>
            <a:ext cx="502920" cy="11430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74904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 responsive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4206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@media query avec flex-direction: column. Le site devient utilisable sur mobile.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C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97480"/>
            <a:ext cx="9144000" cy="0"/>
          </a:xfrm>
          <a:prstGeom prst="line">
            <a:avLst/>
          </a:prstGeom>
          <a:noFill/>
          <a:ln w="3175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</a:t>
            </a:r>
            <a:endParaRPr lang="en-US" sz="6800" dirty="0"/>
          </a:p>
          <a:p>
            <a:pPr marL="0" indent="0" algn="l">
              <a:buNone/>
            </a:pPr>
            <a:r>
              <a:rPr lang="en-US" sz="6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fonctionne.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</a:t>
            </a:r>
            <a:endParaRPr lang="en-US" sz="5200" dirty="0"/>
          </a:p>
          <a:p>
            <a:pPr marL="0" indent="0" algn="r">
              <a:buNone/>
            </a:pPr>
            <a:r>
              <a:rPr lang="en-US" sz="5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</a:t>
            </a:r>
            <a:endParaRPr lang="en-US" sz="5200" dirty="0"/>
          </a:p>
          <a:p>
            <a:pPr marL="0" indent="0" algn="r">
              <a:buNone/>
            </a:pPr>
            <a:r>
              <a:rPr lang="en-US" sz="5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relire.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DevStart Agency  ·  Groupe 4  ·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410</Words>
  <Application>Microsoft Office PowerPoint</Application>
  <PresentationFormat>Affichage à l'écran (16:9)</PresentationFormat>
  <Paragraphs>126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Prince-Matéo GOUNOU</cp:lastModifiedBy>
  <cp:revision>2</cp:revision>
  <dcterms:created xsi:type="dcterms:W3CDTF">2026-04-18T02:38:33Z</dcterms:created>
  <dcterms:modified xsi:type="dcterms:W3CDTF">2026-04-18T02:03:22Z</dcterms:modified>
</cp:coreProperties>
</file>